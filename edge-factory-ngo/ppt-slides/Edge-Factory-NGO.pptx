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· VARIANT NGO · CLOUDFLARE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fields in a PR. A Cloudflare app stack out.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840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Worker shell on your domain with WAF and rate limits, R2, D1 or Hyperdrive, Zero Trust Access, an LB only for external origins — from a friendly spec, through a two-stage pipeline that applies exactly what was reviewed.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5074920"/>
            <a:ext cx="457200" cy="457200"/>
          </a:xfrm>
          <a:prstGeom prst="rect">
            <a:avLst/>
          </a:prstGeom>
          <a:solidFill>
            <a:srgbClr val="D7262C"/>
          </a:solidFill>
          <a:ln w="12700">
            <a:solidFill>
              <a:srgbClr val="D7262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63040" y="5074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= GitHub Actions is the control loop. Terraform-literate teams start here.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NGO · Cloudflare · DroneGrid.io platform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 → PR → plan/gate/apply → the stack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NGO · Cloudflare · DroneGrid.io platform engineering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2356" y="1188720"/>
            <a:ext cx="11064240" cy="41490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are files under infra/live/prod/requests/; the root merges them; the profile layer turns them into provider arguments.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on the PR, apply exactly that plan on merge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NGO · Cloudflare · DroneGrid.io platform engineering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4904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03911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fmt, validate, tflint, 16 guard tests, cargo check. No credentials.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132588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4F4F6"/>
          </a:solidFill>
          <a:ln w="19050">
            <a:solidFill>
              <a:srgbClr val="D726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1508760"/>
            <a:ext cx="384048" cy="384048"/>
          </a:xfrm>
          <a:prstGeom prst="ellipse">
            <a:avLst/>
          </a:prstGeom>
          <a:solidFill>
            <a:srgbClr val="D7262C"/>
          </a:solidFill>
          <a:ln w="12700">
            <a:solidFill>
              <a:srgbClr val="D726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6616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069080" y="14904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203911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→ OpenBao 15-min token → scoped Cloudflare token → tofu plan against R2 → encrypted plan + metadata.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50876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14904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+ review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03911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lists every object the profile layer chose. A human reads it.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52560" y="132588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35440" y="150876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354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738360" y="14904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281160" y="203911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provenance checks (now including every request file) or refuse. Fresh token. tofu apply approved.tfplan.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apply use different token scopes (read vs edit). Nothing is stored in GitHub.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Cloudflare facts, verified, that changed the resource list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THAT SHAPE THE DESIGN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NGO · Cloudflare · DroneGrid.io platform engineering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490472"/>
            <a:ext cx="263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is SQLite, not Postgres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03911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Managed, replicated; no instances to run. Postgres on Cloudflare = Hyperdrive in front of an external database. The spec offers database: d1 | postgres and is honest about which is which.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28160" y="132588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9050">
            <a:solidFill>
              <a:srgbClr val="D726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11040" y="1508760"/>
            <a:ext cx="384048" cy="384048"/>
          </a:xfrm>
          <a:prstGeom prst="ellipse">
            <a:avLst/>
          </a:prstGeom>
          <a:solidFill>
            <a:srgbClr val="D7262C"/>
          </a:solidFill>
          <a:ln w="12700">
            <a:solidFill>
              <a:srgbClr val="D726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110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13960" y="1490472"/>
            <a:ext cx="263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are not in the Terraform provider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56760" y="203911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at 5.26.0. Containers ship inside a Worker version via wrangler. Cloudflare's own split: platform provisions the Worker shell + bindings (cloudflare_worker carries settings, not code); the app team deploys.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07680" y="132588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90560" y="150876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9056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793480" y="1490472"/>
            <a:ext cx="263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 is for origins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36280" y="203911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and Containers are already global. "Secure LB + CDN + DNS" for a Worker is: proxied custom domain, managed WAF, rate limits, TLS floor, Access. A real LB only when exposure = hybrid with external origins.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fields. Nothing provider-shaped. One API in two renderings.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FRIENDLY SPEC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NGO · Cloudflare · DroneGrid.io platform engineering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47548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zone, hostname, tier, exposure, database, objects — plus container and origins.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platform/spec.schema.json is the JSON Schema the terminal validates against; the XRD declares the same fields with CEL rules; app-stack/variables.tf validates the same way.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is a file (NGO/GO) or an XR (XP). The terminal writes either.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loop, keep the API.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0" y="1325880"/>
            <a:ext cx="5943600" cy="4754880"/>
          </a:xfrm>
          <a:prstGeom prst="roundRect">
            <a:avLst>
              <a:gd name="adj" fmla="val 1538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97880" y="1463040"/>
            <a:ext cx="548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0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requests/billing-api.json  (NGO/GO)        # AppStack XR spec (XP)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                                            spec: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"apps": {                                     zone: dronegrid.io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"billing-api": {                            hostname: billing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"zone": "dronegrid.io",                   tier: medium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"hostname": "billing",                    exposure: public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"tier": "medium",                         database: d1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"exposure": "public",                     objects: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"database": "d1",                         container: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"objects": true,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"container":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Patch-and-transform in OpenTofu: opinions as maps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LAYER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NGO · Cloudflare · DroneGrid.io platform engineering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45720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local.tier and local.exposure are lookup tables keyed by the friendly values. Every child module receives already-decided arguments.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table is an EnvironmentConfig in XP; the Composition indexes it the same way.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an opinion is one line, applied to every app on the next plan. App teams never see a Cloudflare attribute.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Rulesets are per zone: the root aggregates every app's rate limit into one baseline.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0" y="1325880"/>
            <a:ext cx="6126480" cy="4754880"/>
          </a:xfrm>
          <a:prstGeom prst="roundRect">
            <a:avLst>
              <a:gd name="adj" fmla="val 1538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15000" y="1463040"/>
            <a:ext cx="5669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0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infra/modules/app-stack/main.tf  (the transform, as data)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small  = { observability_sampling = 0.1, logpush = false,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d1_read_replication = false, r2_infrequent_after =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rate_limit_rpm = 300,  access_session = "24h"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medium = { observability_sampling = 0.5, logpush = false,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d1_read_replication = true,  r2_infrequent_after = 90,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rate_limit_rpm = 1200, access_session = "12h"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large  = { observability_sampling = 1,   logpush = true,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d1_read_replication = true,  r2_infrequent_after = 180,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rate_limit_rpm = 6000, access_session = "8h"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}[local.s.tier]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exposure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 = { access = false, load_balancer = false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= { access = true,  load_balancer = false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hybrid  = { access = false, load_balancer = true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}[local.s.exposure]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single-purpose modules, one composer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NGO · Cloudflare · DroneGrid.io platform engineering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904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cf-worker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391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cloudflare_worker (shell) + custom domain. Settings, not code.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13258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1880" y="14904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cf-r2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0391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+ lifecycle (multipart cleanup, cold tier by tier).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3258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14904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cf-d1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0391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+ read replication by tier.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052560" y="132588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81160" y="14904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cf-hyperdrive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20391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to external Postgres; caching by tier.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9718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1363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cf-access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6850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 app + allow policy for identity domains.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83280" y="29718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11880" y="31363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cf-zone-baseline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611880" y="36850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WAF + OWASP, per-host rate limits, TLS floor. One per zone.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29718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46520" y="31363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cf-load-balancer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36850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+ pool + LB over external origins (hybrid).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052560" y="29718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4F4F6"/>
          </a:solidFill>
          <a:ln w="19050">
            <a:solidFill>
              <a:srgbClr val="D7262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281160" y="31363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app-stack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281160" y="36850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profile layer; outputs status + wrangler bindings.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tofu validate against cloudflare/cloudflare 5.26.0; a full plan over public+D1+R2, private+Access and hybrid+Hyperdrive+LB evaluates to the API call.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Substrate, shell + data, code — three tools, three cadences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NGO · Cloudflare · DroneGrid.io platform engineering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490472"/>
            <a:ext cx="263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 (once)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03911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NGO: nothing to build. GO/XP: one OpenTofu apply installs Flux or Crossplane on a k3s you already run. Then dormant.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28160" y="132588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9050">
            <a:solidFill>
              <a:srgbClr val="D726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11040" y="1508760"/>
            <a:ext cx="384048" cy="384048"/>
          </a:xfrm>
          <a:prstGeom prst="ellipse">
            <a:avLst/>
          </a:prstGeom>
          <a:solidFill>
            <a:srgbClr val="D7262C"/>
          </a:solidFill>
          <a:ln w="12700">
            <a:solidFill>
              <a:srgbClr val="D726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110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13960" y="1490472"/>
            <a:ext cx="263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+ data (per request)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56760" y="203911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profile layer composes Worker shell, R2, D1/Hyperdrive, Access, zone baseline, LB. Owned by the platform, driven by the friendly spec.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07680" y="132588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90560" y="150876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9056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793480" y="1490472"/>
            <a:ext cx="263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containers (per release)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36280" y="203911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wrangler deploy from the app repository with the bindings the platform output. Owned by the app team.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consumes only the output of the one below (a cluster, a binding manifest) — never its tooling.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people actually 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NGO · Cloudflare · DroneGrid.io platform engineering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505200" cy="1463040"/>
          </a:xfrm>
          <a:prstGeom prst="roundRect">
            <a:avLst>
              <a:gd name="adj" fmla="val 5000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90472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app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39112"/>
            <a:ext cx="304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request → a file (NGO/GO) or an XR (XP).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8160" y="1325880"/>
            <a:ext cx="3505200" cy="1463040"/>
          </a:xfrm>
          <a:prstGeom prst="roundRect">
            <a:avLst>
              <a:gd name="adj" fmla="val 5000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56760" y="1490472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tier / exposure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56760" y="2039112"/>
            <a:ext cx="304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request; the plan or the reconcile shows the delta.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07680" y="1325880"/>
            <a:ext cx="3505200" cy="1463040"/>
          </a:xfrm>
          <a:prstGeom prst="roundRect">
            <a:avLst>
              <a:gd name="adj" fmla="val 5000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36280" y="1490472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 app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36280" y="2039112"/>
            <a:ext cx="304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request; read the destroys.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3505200" cy="1463040"/>
          </a:xfrm>
          <a:prstGeom prst="roundRect">
            <a:avLst>
              <a:gd name="adj" fmla="val 5000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227832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an opinion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776472"/>
            <a:ext cx="304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in the profile table; every app follows.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28160" y="3063240"/>
            <a:ext cx="3505200" cy="1463040"/>
          </a:xfrm>
          <a:prstGeom prst="roundRect">
            <a:avLst>
              <a:gd name="adj" fmla="val 5000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56760" y="3227832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a token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556760" y="3776472"/>
            <a:ext cx="304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only; nothing in Git.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07680" y="3063240"/>
            <a:ext cx="3505200" cy="1463040"/>
          </a:xfrm>
          <a:prstGeom prst="roundRect">
            <a:avLst>
              <a:gd name="adj" fmla="val 5000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36280" y="3227832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code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336280" y="3776472"/>
            <a:ext cx="304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wrangler deploy; the shell and data are already there.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Scoped tokens, short lives, nothing in Git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NGO · Cloudflare · DroneGrid.io platform engineering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4904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API tokens are scoped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0391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Account: Workers, R2, D1, Hyperdrive, Access, LB. Zone: only the listed zones; DNS, Workers routes, WAF, settings, LB. Plan gets :Read, apply gets :Edit.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3258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4F6"/>
          </a:solidFill>
          <a:ln w="19050">
            <a:solidFill>
              <a:srgbClr val="D726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508760"/>
            <a:ext cx="384048" cy="384048"/>
          </a:xfrm>
          <a:prstGeom prst="ellipse">
            <a:avLst/>
          </a:prstGeom>
          <a:solidFill>
            <a:srgbClr val="D7262C"/>
          </a:solidFill>
          <a:ln w="12700">
            <a:solidFill>
              <a:srgbClr val="D726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4904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just in time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0391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NGO: GitHub OIDC → OpenBao 15-minute token, revoked at job end. GO/XP: OpenBao Kubernetes auth → External Secrets, 15-minute refresh.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20040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18211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isolated and encrypted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73075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R2 bucket with its own token; AES-GCM client-side with a pbkdf2 passphrase from OpenBao; native S3 lockfile.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30175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320040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318211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come with the tier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373075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WAF + OWASP, per-host rate limits, TLS 1.2 floor, always-HTTPS, Access for private apps. Not optional, not per app.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GitOps is four properties, not a product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OPENGITOPS (CNCF)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NGO · Cloudflare · DroneGrid.io platform engineering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4904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03911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spec → profile layer → provider arguments. All data.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3258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50876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4904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and immutable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03911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GO: OCI artifact digests. XP: signed packages and signed freight. The store need not be Git.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15468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13639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automatically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68503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and Crossplane pull. GitHub Actions pushes — which is why NGO is non-GitOps by definition.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29718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4F4F6"/>
          </a:solidFill>
          <a:ln w="19050">
            <a:solidFill>
              <a:srgbClr val="D7262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3154680"/>
            <a:ext cx="384048" cy="384048"/>
          </a:xfrm>
          <a:prstGeom prst="ellipse">
            <a:avLst/>
          </a:prstGeom>
          <a:solidFill>
            <a:srgbClr val="D7262C"/>
          </a:solidFill>
          <a:ln w="12700">
            <a:solidFill>
              <a:srgbClr val="D7262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313639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reconciled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368503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GO: every 5 minutes per root. XP: per resource, on observe.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loops, one API, one set of modules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NGO · Cloudflare · DroneGrid.io platform engineering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2801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→ GO (OpenTofu)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52360" y="12801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(Crossplane 2)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1064240" cy="514677"/>
          </a:xfrm>
          <a:prstGeom prst="rect">
            <a:avLst/>
          </a:prstGeom>
          <a:solidFill>
            <a:srgbClr val="F4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783080"/>
            <a:ext cx="219456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asks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1783080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file through a PR / a push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452360" y="1783080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XR through the SSIP terminal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370909"/>
            <a:ext cx="11064240" cy="51467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370909"/>
            <a:ext cx="219456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of change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2370909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root, one plan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2370909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XR; one loop per MR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958737"/>
            <a:ext cx="11064240" cy="514677"/>
          </a:xfrm>
          <a:prstGeom prst="rect">
            <a:avLst/>
          </a:prstGeom>
          <a:solidFill>
            <a:srgbClr val="F4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2958737"/>
            <a:ext cx="219456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108960" y="2958737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R2, encrypted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452360" y="2958737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546566"/>
            <a:ext cx="11064240" cy="51467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546566"/>
            <a:ext cx="219456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108960" y="3546566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plan / next 5-min reconcile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3546566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resource on observe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134394"/>
            <a:ext cx="11064240" cy="514677"/>
          </a:xfrm>
          <a:prstGeom prst="rect">
            <a:avLst/>
          </a:prstGeom>
          <a:solidFill>
            <a:srgbClr val="F4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4134394"/>
            <a:ext cx="219456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108960" y="4134394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provenance / artifact digest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4134394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freight digest on the XR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722223"/>
            <a:ext cx="11064240" cy="51467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4722223"/>
            <a:ext cx="219456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shell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3108960" y="4722223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cloudflare_worker (settings only)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7452360" y="4722223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WorkersScript, no Update policy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5310051"/>
            <a:ext cx="11064240" cy="514677"/>
          </a:xfrm>
          <a:prstGeom prst="rect">
            <a:avLst/>
          </a:prstGeom>
          <a:solidFill>
            <a:srgbClr val="F4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5800" y="5310051"/>
            <a:ext cx="219456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 operate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3108960" y="5310051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/ k3s + Flux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452360" y="5310051"/>
            <a:ext cx="3886200" cy="514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k3s + Crossplane + one Rust service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NGO (you can test it with a free account today), move to GO when you want convergence, keep XP as the self-service target.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owns shell + data; wrangler owns code + containers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DEPLOY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NGO · Cloudflare · DroneGrid.io platform engineering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490472"/>
            <a:ext cx="263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outputs bindings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03911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wrangler_bindings per app: routes, d1_databases, r2_buckets, hyperdrive, containers (max_instances by tier), observability.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28160" y="132588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9050">
            <a:solidFill>
              <a:srgbClr val="D726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11040" y="1508760"/>
            <a:ext cx="384048" cy="384048"/>
          </a:xfrm>
          <a:prstGeom prst="ellipse">
            <a:avLst/>
          </a:prstGeom>
          <a:solidFill>
            <a:srgbClr val="D7262C"/>
          </a:solidFill>
          <a:ln w="12700">
            <a:solidFill>
              <a:srgbClr val="D726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110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13960" y="1490472"/>
            <a:ext cx="263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2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repo deploys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56760" y="203911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into wrangler.jsonc; wrangler deploy ships the version and the container image into the shell.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07680" y="1325880"/>
            <a:ext cx="3505200" cy="2194560"/>
          </a:xfrm>
          <a:prstGeom prst="roundRect">
            <a:avLst>
              <a:gd name="adj" fmla="val 3333"/>
            </a:avLst>
          </a:prstGeom>
          <a:solidFill>
            <a:srgbClr val="F4F4F6"/>
          </a:solidFill>
          <a:ln w="12700">
            <a:solidFill>
              <a:srgbClr val="E3E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90560" y="1508760"/>
            <a:ext cx="384048" cy="384048"/>
          </a:xfrm>
          <a:prstGeom prst="ellipse">
            <a:avLst/>
          </a:prstGeom>
          <a:solidFill>
            <a:srgbClr val="B8891A"/>
          </a:solidFill>
          <a:ln w="12700">
            <a:solidFill>
              <a:srgbClr val="B8891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9056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793480" y="1490472"/>
            <a:ext cx="263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fight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36280" y="2039112"/>
            <a:ext cx="3048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cloudflare_worker carries no code (NGO/GO). In XP, WorkersScript has no Update policy: Crossplane owns existence and deletion, never the version.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0B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free Cloudflare account and one zone is enough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1097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Factory — NGO · Cloudflare · DroneGrid.io platform engineering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R2 state bucket and two scoped API tokens; put them in OpenBao with a 64-hex encryption secret.</a:t>
            </a:r>
            <a:endParaRPr lang="en-US" sz="19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account_id and the R2 endpoint; make test; make request; commit.</a:t>
            </a:r>
            <a:endParaRPr lang="en-US" sz="19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PR, read the plan, merge, make bindings, wrangler deploy.</a:t>
            </a:r>
            <a:endParaRPr lang="en-US" sz="19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B0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other two variants: same files, different loop.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Broadcom / Cencera platform engineering</dc:creator>
  <cp:lastModifiedBy>Broadcom / Cencera platform engineering</cp:lastModifiedBy>
  <cp:revision>1</cp:revision>
  <dcterms:created xsi:type="dcterms:W3CDTF">2026-10-01T11:35:05Z</dcterms:created>
  <dcterms:modified xsi:type="dcterms:W3CDTF">2026-10-01T11:35:05Z</dcterms:modified>
</cp:coreProperties>
</file>