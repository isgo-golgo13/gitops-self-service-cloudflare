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· VARIANT XP · CLOUDFLARE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it. It exists. It stays.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terminal, a Rust service, a signed request in GHCR, and Crossplane 2 composing the stack through the official upjet Cloudflare provider — per resource, forever. No git at runtime, no state file.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= gitless GitOps. The reference for where this goes.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→ SSIP → freight → AppStack XR → MRs → the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" y="1188720"/>
            <a:ext cx="11064240" cy="405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XRD is spec.schema.json; the Composition indexes the same opinions table as an EnvironmentConfig. Ten Cloudflare kinds activated.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MRs direct" is enforced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by kind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teams: get/list/watch AppStacks. The MRs live in their namespace; no role names them.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policy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SSIP service account, only with a sha256 freight digest and a requester identity. kubectl apply of the same YAML is rejected.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everything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package, SSIP image and every request cosign-signed; ImageConfig verifies at pull.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95935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provider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0799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crossplane-contrib/provider-upjet-cloudflare (namespaced, v2). No generation this time.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28160" y="379476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6760" y="395935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shell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56760" y="450799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WorkersScript with managementPolicies minus Update: wrangler deploys are never reverted.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07680" y="379476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6280" y="395935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36280" y="450799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status is the truth; drift corrected per resource on observe.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Cloudflare facts, verified, that changed the resource list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THAT SHAPE THE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is SQLite, not Postgres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replicated; no instances to run. Postgres on Cloudflare = Hyperdrive in front of an external database. The spec offers database: d1 | postgres and is honest about which is which.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not in the Terraform provider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at 5.26.0. Containers ship inside a Worker version via wrangler. Cloudflare's own split: platform provisions the Worker shell + bindings (cloudflare_worker carries settings, not code); the app team deploys.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is for origins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and Containers are already global. "Secure LB + CDN + DNS" for a Worker is: proxied custom domain, managed WAF, rate limits, TLS floor, Access. A real LB only when exposure = hybrid with external origins.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fields. Nothing provider-shaped. One API in two renderings.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FRIENDLY SPEC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hostname, tier, exposure, database, objects — plus container and origins.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platform/spec.schema.json is the JSON Schema the terminal validates against; the XRD declares the same fields with CEL rules; app-stack/variables.tf validates the same 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is a file (NGO/GO) or an XR (XP). The terminal writes either.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loop, keep the API.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32588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46304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requests/billing-api.json  (NGO/GO)        # AppStack XR spec (XP)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                                      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"apps": {                                     zone: dronegrid.io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"billing-api": {                            hostname: billing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"zone": "dronegrid.io",                   tier: medium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"hostname": "billing",                    exposure: 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"tier": "medium",                         database: d1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"exposure": "public",                     objects: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"database": "d1",                         container: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"objects":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"container":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Patch-and-transform in OpenTofu: opinions as maps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LAYER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local.tier and local.exposure are lookup tables keyed by the friendly values. Every child module receives already-decided arguments.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table is an EnvironmentConfig in XP; the Composition indexes it the same 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opinion is one line, applied to every app on the next plan. App teams never see a Cloudflare attribute.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are per zone: the root aggregates every app's rate limit into one baseline.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25880"/>
            <a:ext cx="6126480" cy="4754880"/>
          </a:xfrm>
          <a:prstGeom prst="roundRect">
            <a:avLst>
              <a:gd name="adj" fmla="val 1538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146304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infra/modules/app-stack/main.tf  (the transform, as 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small  = { observability_sampling = 0.1, logpush =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false, r2_infrequent_after =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300,  access_session = "24h"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 = { observability_sampling = 0.5, logpush =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true,  r2_infrequent_after = 90,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1200, access_session = "12h"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large  = { observability_sampling = 1,   logpush =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true,  r2_infrequent_after = 180,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6000, access_session = "8h"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}[local.s.tier]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 = { access = false, load_balancer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= { access = true,  load_balancer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hybrid  = { access = false, load_balancer = true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}[local.s.exposure]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single-purpose modules, one composer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cf-worker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(shell) + custom domain. Settings, not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+ lifecycle (multipart cleanup, cold tier by tier).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cf-d1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read replication by tier.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cf-hyperdrive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to external Postgres; caching by tier.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cf-access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app + allow policy for identity domains.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cf-zone-baseline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+ OWASP, per-host rate limits, TLS floor. One per zone.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cf-load-balancer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pool + LB over external origins (hybrid).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app-stack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layer; outputs status + wrangler bindings.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validate against cloudflare/cloudflare 5.26.0; a full plan over public+D1+R2, private+Access and hybrid+Hyperdrive+LB evaluates to the API call.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Substrate, shell + data, code — three tools, three cadences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(once)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NGO: nothing to build. GO/XP: one OpenTofu apply installs Flux or Crossplane on a k3s you already run. Then dormant.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+ data (per request)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layer composes Worker shell, R2, D1/Hyperdrive, Access, zone baseline, LB. Owned by the platform, driven by the friendly spec.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containers (per release)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 from the app repository with the bindings the platform output. Owned by the app team.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consumes only the output of the one below (a cluster, a binding manifest) — never its tooling.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actually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app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request → a file (NGO/GO) or an XR (XP).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tier / exposure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request; the plan or the reconcile shows the delta.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768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628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app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3628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request; read the destroys.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opinion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 the profile table; every app follows.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816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676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token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5676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only; nothing in Git.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768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628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3628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deploy; the shell and data are already there.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tokens, short lives, nothing in Git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API tokens are scoped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Workers, R2, D1, Hyperdrive, Access, LB. Zone: only the listed zones; DNS, Workers routes, WAF, settings, LB. Plan gets :Read, apply gets :Edit.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just in time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NGO: GitHub OIDC → OpenBao 15-minute token, revoked at job end. GO/XP: OpenBao Kubernetes auth → External Secrets, 15-minute refresh.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82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isolated and encrypted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R2 bucket with its own token; AES-GCM client-side with a pbkdf2 passphrase from OpenBao; native S3 lockfile.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82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come with the tier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+ OWASP, per-host rate limits, TLS 1.2 floor, always-HTTPS, Access for private apps. Not optional, not per app.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is four properties, not a product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OPENGITOPS (CNCF)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spec → profile layer → provider arguments. All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and immutable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OCI artifact digests. XP: signed packages and signed freight. The store need not be Git.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15468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automatically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85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and Crossplane pull. GitHub Actions pushes — which is why NGO is non-GitOps by definition.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reconciled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685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every 5 minutes per root. XP: per resource, on observe.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loops, one API, one set of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→ GO (OpenTofu)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(Crossplane 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83080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783080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file through a PR / a push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783080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XR through the SSIP terminal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70909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70909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change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370909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root, one plan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370909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XR; one loop per MR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58737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958737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958737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 encrypted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958737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46566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46566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546566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plan / next 5-min reconcile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546566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resource on observe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34394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134394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4134394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provenance / artifact digest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134394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freight digest on the XR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22223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722223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shell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108960" y="4722223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(settings only)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722223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WorkersScript, no Update policy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310051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310051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operate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5310051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/ k3s + Flux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5310051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+ Crossplane + one Rust service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NGO (you can test it with a free account today), move to GO when you want convergence, keep XP as the self-service target.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owns shell + data; wrangler owns code + containers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DEPLOY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outputs bindings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wrangler_bindings per app: routes, d1_databases, r2_buckets, hyperdrive, containers (max_instances by tier), observability.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repo deploys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wrangler.jsonc; wrangler deploy ships the version and the container image into the shell.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fight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carries no code (NGO/GO). In XP, WorkersScript has no Update policy: Crossplane owns existence and deletion, never the version.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Cloudflare account and one zone is enough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XP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R2 state bucket and two scoped API tokens; put them in OpenBao with a 64-hex encryption secret.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account_id and the R2 endpoint; make test; make request; commit.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bootstrap, build, publish, register; make request; watch READY; wrangler deploy.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other two variants: same files, different loop.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Broadcom / Cencera platform engineering</dc:creator>
  <cp:lastModifiedBy>Broadcom / Cencera platform engineering</cp:lastModifiedBy>
  <cp:revision>1</cp:revision>
  <dcterms:created xsi:type="dcterms:W3CDTF">2026-10-01T11:35:05Z</dcterms:created>
  <dcterms:modified xsi:type="dcterms:W3CDTF">2026-10-01T11:35:05Z</dcterms:modified>
</cp:coreProperties>
</file>